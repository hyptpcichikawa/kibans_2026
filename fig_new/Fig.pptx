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8" autoAdjust="0"/>
    <p:restoredTop sz="94660"/>
  </p:normalViewPr>
  <p:slideViewPr>
    <p:cSldViewPr snapToGrid="0">
      <p:cViewPr varScale="1">
        <p:scale>
          <a:sx n="79" d="100"/>
          <a:sy n="79" d="100"/>
        </p:scale>
        <p:origin x="110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E43F31-56FB-3FF7-72A6-0777F42D47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E582AF1-1627-B7B2-AD06-514F59FC08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26BC9E4-4D63-DFF5-DF26-22BC016DA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12B83-356B-4C90-B6C1-92806F2207B4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9C70D1-EDB9-755A-0FFD-05D968604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96A933D-90DD-6B28-41EC-CE4E4345D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F74CF-9910-45C9-BE25-418A64AA80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6893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CE546C-9E22-DDE0-5A1E-FF26B08CA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B8E957-795B-6434-12A4-94978E4260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7CB920-5A20-3DD6-BC48-2E487F010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12B83-356B-4C90-B6C1-92806F2207B4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63F686-3CA4-C390-3877-24041A177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A7E4578-0EC9-91B7-5600-6BB94D32F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F74CF-9910-45C9-BE25-418A64AA80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89302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7B720F-B951-E4FA-D893-DD7E10CBF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419DEC5-A6E7-63DE-F4B2-8627AC6830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90B4F00-2441-10F4-B61F-CEEB90C4F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12B83-356B-4C90-B6C1-92806F2207B4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B9FD2F-BD08-87D0-DE7E-36DF135BE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46EF266-2466-31B1-7789-A7300CE9E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F74CF-9910-45C9-BE25-418A64AA80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3928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0E456C-3048-04EF-B666-62AE0328B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763B3F-AFFB-CBCF-3BEE-81CD5B8AC7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68D01F3-3127-B533-FA4C-C3F2CFE97F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19B60BF-4FB3-BD8E-CD5F-4EFC03D5B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12B83-356B-4C90-B6C1-92806F2207B4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C1F8316-1BFB-FA97-0E59-1DD9B3FEE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A0BDC4C-996B-B483-62A3-E5718B0A3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F74CF-9910-45C9-BE25-418A64AA80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7633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EB69A9-B935-E195-CFCC-46A7CA38F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BD28A65-68D5-4030-FE63-B15AF7BCBB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25A0E8E-4809-7AA1-7D79-ADF5465201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E0FD4EA-3FF5-059B-9BB7-9E6384ED19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EE051A-A98C-10F0-0C14-328D4048DA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799D66B-ADDE-FD8D-CD52-E4108FD36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12B83-356B-4C90-B6C1-92806F2207B4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DB54E5C-C8BA-2FBA-670E-81AC4EF99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8602CFE-ACC5-EC03-F403-D6343762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F74CF-9910-45C9-BE25-418A64AA80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172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8F0521-A7D8-53E9-14E7-75601F4EE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38816BB-FE52-5993-288E-9D4F4D114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12B83-356B-4C90-B6C1-92806F2207B4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E11FEDD-1FDE-6736-E129-7872DC10A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EF5BD10-5397-41F1-22CA-9F31B70EE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F74CF-9910-45C9-BE25-418A64AA80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0806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3F30CEC-9058-ED03-B4E4-05CAD25D4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12B83-356B-4C90-B6C1-92806F2207B4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C6B89E3-1F7D-342C-C6CD-52F22B99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3CB130A-1FF9-B4C4-5E01-EB8FEC3F4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F74CF-9910-45C9-BE25-418A64AA80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1461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CD3887-9822-9054-5178-AB1A5E341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30E4196-875C-712C-B660-2512EB6E25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C41FB2C-1DE0-40F2-E1FF-529DC5D33B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741EB47-4913-C51B-9EC9-5991FA20B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12B83-356B-4C90-B6C1-92806F2207B4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94874A3-21EA-07A0-69DB-AA3F672A1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B23D056-6F08-B41D-DD01-2CB9B446C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F74CF-9910-45C9-BE25-418A64AA80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3412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79A99B-20A4-90D0-E0BD-527328E4B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988CC77-870A-F1A7-3A4B-EB71F1A349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8BD95AE-EA11-3B92-4DD7-7D6244DEF7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408F53D-A25D-FC59-354B-7F703D074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12B83-356B-4C90-B6C1-92806F2207B4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7031678-4D54-38AD-58F1-B055BC0BC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8FA1558-C3D3-762C-B19A-D94DB5C69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F74CF-9910-45C9-BE25-418A64AA80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5863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D88451-2A86-F54E-0970-16A44A20C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A780934-B91B-D3A0-F307-EB6F789282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338DA9-CD47-EB49-C952-D18C2E9E3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12B83-356B-4C90-B6C1-92806F2207B4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01783F-7473-B285-E7DB-A03FE8A76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1829E16-F1BA-AFC4-E262-7850E5E7B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F74CF-9910-45C9-BE25-418A64AA80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9601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7C91E16-3936-ECAA-18A6-9389C4D05B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1642EB2-2AB2-E954-F8E3-B10438CE8D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E6FBE4-8589-B4AE-0B51-CBB665F68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12B83-356B-4C90-B6C1-92806F2207B4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2A6ED5-DCA6-2C20-AA69-797463837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E369B7-5059-D088-680D-445D88702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8F74CF-9910-45C9-BE25-418A64AA80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696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1A76DB5-5FEB-53FB-499D-D6011D783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B0FAE3C-E354-6B91-0F97-959A866C6D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12E703-2A22-5035-E860-A55E697DB4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212B83-356B-4C90-B6C1-92806F2207B4}" type="datetimeFigureOut">
              <a:rPr kumimoji="1" lang="ja-JP" altLang="en-US" smtClean="0"/>
              <a:t>2026/5/14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F029954-995D-9D57-C8E4-BA3344019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A44EE1-4673-33B2-6127-86FF7043A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8F74CF-9910-45C9-BE25-418A64AA80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4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E5753BB9-7F75-3B45-540D-90CE85A232DA}"/>
              </a:ext>
            </a:extLst>
          </p:cNvPr>
          <p:cNvGrpSpPr/>
          <p:nvPr/>
        </p:nvGrpSpPr>
        <p:grpSpPr>
          <a:xfrm>
            <a:off x="3308221" y="1316647"/>
            <a:ext cx="4080134" cy="2062990"/>
            <a:chOff x="3308221" y="1316647"/>
            <a:chExt cx="4080134" cy="206299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49549772-97E1-B61E-F74B-C2C56ECBB5F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b="30508"/>
            <a:stretch>
              <a:fillRect/>
            </a:stretch>
          </p:blipFill>
          <p:spPr bwMode="auto">
            <a:xfrm>
              <a:off x="3308221" y="1316647"/>
              <a:ext cx="1495426" cy="2010245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BA0A6715-F94B-E13A-1815-A83DCFD75D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b="30508"/>
            <a:stretch>
              <a:fillRect/>
            </a:stretch>
          </p:blipFill>
          <p:spPr bwMode="auto">
            <a:xfrm>
              <a:off x="5892929" y="1321936"/>
              <a:ext cx="1495426" cy="2010245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cxnSp>
          <p:nvCxnSpPr>
            <p:cNvPr id="9" name="直線コネクタ 8">
              <a:extLst>
                <a:ext uri="{FF2B5EF4-FFF2-40B4-BE49-F238E27FC236}">
                  <a16:creationId xmlns:a16="http://schemas.microsoft.com/office/drawing/2014/main" id="{D48F90A4-3987-E3E4-286A-EDD393C01F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76544" y="1602037"/>
              <a:ext cx="0" cy="151261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C2312F19-9ACA-F4E9-1A42-72479C444D2E}"/>
                </a:ext>
              </a:extLst>
            </p:cNvPr>
            <p:cNvSpPr txBox="1"/>
            <p:nvPr/>
          </p:nvSpPr>
          <p:spPr>
            <a:xfrm>
              <a:off x="5697649" y="3071860"/>
              <a:ext cx="32412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400" b="1" dirty="0"/>
                <a:t>N</a:t>
              </a:r>
              <a:endParaRPr kumimoji="1" lang="ja-JP" altLang="en-US" sz="1400" b="1" dirty="0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AF18AEB3-CAC2-7A5F-2E15-B163FD8A6E1B}"/>
                </a:ext>
              </a:extLst>
            </p:cNvPr>
            <p:cNvSpPr txBox="1"/>
            <p:nvPr/>
          </p:nvSpPr>
          <p:spPr>
            <a:xfrm>
              <a:off x="5715937" y="1383268"/>
              <a:ext cx="32412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400" b="1" dirty="0"/>
                <a:t>N</a:t>
              </a:r>
              <a:endParaRPr kumimoji="1" lang="ja-JP" altLang="en-US" sz="1400" b="1" dirty="0"/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625D47A-A947-300D-F06E-DDBC30A7E905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>
              <a:off x="5892929" y="2327059"/>
              <a:ext cx="310896" cy="0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E0E9640B-94A7-DECE-E298-D5DC908DF93D}"/>
                </a:ext>
              </a:extLst>
            </p:cNvPr>
            <p:cNvSpPr txBox="1"/>
            <p:nvPr/>
          </p:nvSpPr>
          <p:spPr>
            <a:xfrm>
              <a:off x="6203825" y="2051759"/>
              <a:ext cx="32412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1400" b="1" dirty="0"/>
                <a:t>N</a:t>
              </a:r>
              <a:endParaRPr kumimoji="1" lang="ja-JP" altLang="en-US" sz="1400" b="1" dirty="0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1FFB9D0E-2FD7-BAFE-951F-6253F2DA32CF}"/>
                </a:ext>
              </a:extLst>
            </p:cNvPr>
            <p:cNvSpPr txBox="1"/>
            <p:nvPr/>
          </p:nvSpPr>
          <p:spPr>
            <a:xfrm>
              <a:off x="5518763" y="1824075"/>
              <a:ext cx="1107996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7200" dirty="0">
                  <a:solidFill>
                    <a:srgbClr val="FF0000"/>
                  </a:solidFill>
                </a:rPr>
                <a:t>×</a:t>
              </a:r>
              <a:endParaRPr kumimoji="1" lang="ja-JP" altLang="en-US" sz="7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459564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</Words>
  <Application>Microsoft Office PowerPoint</Application>
  <PresentationFormat>ワイド画面</PresentationFormat>
  <Paragraphs>4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裕大 市川</dc:creator>
  <cp:lastModifiedBy>裕大 市川</cp:lastModifiedBy>
  <cp:revision>1</cp:revision>
  <dcterms:created xsi:type="dcterms:W3CDTF">2026-05-14T09:23:58Z</dcterms:created>
  <dcterms:modified xsi:type="dcterms:W3CDTF">2026-05-14T09:30:39Z</dcterms:modified>
</cp:coreProperties>
</file>